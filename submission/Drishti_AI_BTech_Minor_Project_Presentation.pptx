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3474720" cy="457200"/>
          </a:xfrm>
          <a:prstGeom prst="roundRect">
            <a:avLst/>
          </a:prstGeom>
          <a:solidFill>
            <a:srgbClr val="1E3A8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  B.TECH MINOR PROJECT SUBMISSION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8FAFC"/>
                </a:solidFill>
              </a:defRPr>
            </a:pPr>
            <a:r>
              <a:t>DRISHTI AI — Smart Campus</a:t>
            </a:r>
            <a:br/>
            <a:r>
              <a:t>Face Recognition Attendance System</a:t>
            </a:r>
          </a:p>
          <a:p>
            <a:pPr>
              <a:defRPr sz="1600">
                <a:solidFill>
                  <a:srgbClr val="38BDF8"/>
                </a:solidFill>
              </a:defRPr>
            </a:pPr>
            <a:r>
              <a:t>Real-Time Facial Biometrics (dlib 128-D) | Anti-Spoofing | MongoDB Atlas Cloud Persistence | RBAC Web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389120"/>
            <a:ext cx="10360152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943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Project Metadata &amp; Submission Details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Candidate Name: Atharva Tripathi | Department: Computer Science &amp; Engineering / AI &amp; DS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Framework: Python 3.14 / Flask REST API / Flask-SocketIO WebSockets / Vanilla JS SPA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Computer Vision: dlib 128-Dimensional Deep Metric Embeddings &amp; MediaPipe Anti-Spoofing Mesh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Database Layer: MongoDB Atlas Cloud Clustered Database with SQLite Dual-Engine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DRISHTI AI V2.1 — B.TECH MINOR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1. Problem Statement &amp;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The Challenge in Higher Education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Manual Roll Call Inefficiencies: Takes 10-15 minutes of lecture time every hour, reducing teaching productivity.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Proxy Attendance &amp; Buddy Punching: Paper rosters and RFID cards are easily handed over to friends without verification.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Delayed Academic Interventions: At-risk students (&lt; 75% attendance) are identified only at semester end, too late for remediation.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Data Silos &amp; Fraud: Physical registers lack audit trails, tamper-proof logs, and centralized cloud synchronization.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Biometric Hardware Bottlenecks: Proprietary fingerprint scanners suffer wear-and-tear, hygiene issues, and long queue queues.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The Drishti AI Solution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Contactless Automated Tracking: Live camera captures verify identity in under 2 seconds without physical contact.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128-D Biometric Precision: Uses ResNet-based deep metric embeddings with Euclidean distance matching.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Anti-Spoofing &amp; Liveness: Analyzes Eye Aspect Ratio (EAR) and head kinematics to prevent photo/screen replay fraud.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Real-Time WebSocket Sync: Instant dashboard reflection of student attendance across classroom terminals.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Cloud Data Persistence: Migrated to MongoDB Atlas for secure, fault-tolerant campus-wide record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DRISHTI AI V2.1 — B.TECH MINOR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2. Project Objectives &amp; Architectural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Core Engineering Objectives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Zero Human Intervention: Fully automated face detection and logging.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Sub-Second Response: Total recognition pipeline execution &lt; 2.0s.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Database-Enforced Duplicate Check: Eliminates double-marking via composite unique constraints.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Production-Grade Security: Role-Based Access Control (RBAC), bcrypt hashing, and CSRF token protection.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System Functional Scope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5-Angle Multi-Pose Enrollment: Front, Left, Right, Up, Down captures.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Session-Based Late Detection: Dynamic thresholding calculates Present vs Late status.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Analytics Dashboard: 30-day trends, department breakdowns, and automated risk detection (&lt;75%).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Multi-Format Reporting: Single-click export of official registers to Excel (.xlsx), CSV, and PDF.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Dual Deployment Capability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Hardware Desktop Camera: High-framerate DirectShow OpenCV video capture for smart campus kiosks.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Browser WebRTC Stream: Client-side webcam support via /api/recognize_frame for remote &amp; cloud operation.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Database Dual-Engine: Seamless runtime toggle between MongoDB Atlas and local SQLite.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DRISHTI AI V2.1 — B.TECH MINOR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3. Comparative Analysis: Existing vs. Proposed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Legacy / Traditional Systems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Manual Registers: Time-consuming, prone to human error, loss, and falsification.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RFID Card Scanners: High hardware cost, lost cards, rampant proxy check-ins.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Fingerprint Biometrics: Physical contact required, sensor smudging, slow throughput in large batches.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Standalone Offline Software: Local files without cloud replication, easily corrupted, no remote oversight.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Basic OpenCV Haar Cascades: High false-positive rate, fails under lighting changes and tilted angles.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Drishti AI (Proposed System)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Deep Metric Learning: dlib 128-D embeddings provide invariant facial representations across lighting and angles.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Liveness Verification: MediaPipe Eye Aspect Ratio (EAR) confirms living subject before logging.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Cloud-Clustered Database: MongoDB Atlas cloud replication with indexing and connection pooling.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Automated RBAC Governance: Dedicated portals for Super Admin, Faculty, and Student self-service.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Real-Time Audit Trail: Every enrollment, override, and login is immutably logged with IP and timestamps.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DRISHTI AI V2.1 — B.TECH MINOR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4. Proposed System Architecture &amp;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Layer 1: Input &amp; Sensing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Hardware Input: 720p/1080p USB or built-in webcam.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Browser WebRTC: navigator.mediaDevices video capture.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Resolution Optimizer: Auto-downscales frames to 800px max for sub-second inference.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Frame Pipeline: In-memory BGR to RGB decoding with zero temporary disk file writes.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Layer 2: Vision &amp; AI Engine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HOG Face Detection: Bounding box localization.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68-Point Facial Landmarks: Alignment &amp; normalization.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dlib ResNet Embeddings: Generates 128-D vector.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Euclidean Distance Metric: Thresholded at MATCH_TOLERANCE = 0.45.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Liveness &amp; Quality Engine: Sharpness scoring + eye aspect ratio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Layer 3: Storage &amp; Delivery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Flask REST API: Endpoints for auth, sessions, attendance, and analytics.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Flask-SocketIO: Real-time event broadcast to browser.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MongoDB Atlas: Cloud collections with compound indexes.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Client UI: Responsive glassmorphic dashboard with Chart.js visualizations.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DRISHTI AI V2.1 — B.TECH MINOR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5. Technology Stack &amp; Component Justification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Backend &amp; Server Runtime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Python 3.14 (amd64): Core programming runtime with native wheel compilation.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Flask 3.0+: Lightweight WSGI web framework for REST API endpoints.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Flask-SocketIO: Full-duplex WebSocket communication for instantaneous updates.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bcrypt: Salted password hashing securing credential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Computer Vision &amp; AI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dlib 20.0.99: C++ toolkit with deep metric learning ResNet-34 face model.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face_recognition 1.2.3: Python interface for 128-D Euclidean vector calculations.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OpenCV (cv2): Video stream capture, image matrix scaling, and color conversion.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MediaPipe: Facial landmark mesh detection for liveness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Database &amp; Frontend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MongoDB Atlas (Cloud): Managed NoSQL cluster with connection pooling and TTL/unique indexes.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PyMongo: Official high-performance driver with BSON Binary storage.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HTML5 / Vanilla CSS: Clean, responsive Glassmorphic UI with zero bloat.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Chart.js &amp; Phosphor: Modern interactive analytics charts and iconography.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DRISHTI AI V2.1 — B.TECH MINOR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6. Database Design: MongoDB Atlas Collections &amp; 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Primary Collections &amp; Relationships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users: id, username, password_hash, role, email, dept_id, is_active, failed_login_attempts, locked_until.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students: id, student_id (unique), name, department, semester, roll_number, photo_path, enrollment_status.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face_embeddings: id, student_id, embedding_blob (BSON Binary 128-D vector), quality_score, angle.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attendance_sessions: id, subject_name, faculty_name, classroom_name, date, start_time, late_threshold_minutes, status.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attendance: id, student_id, session_id, date, time, status (Present/Late/Absent), confidence, liveness_passed.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Indexes &amp; Integrity Constraints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Duplicate Prevention Index: Unique partial index on (student_id, session_id) prevents double check-ins at database level.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Daily Unique Index: (student_id, date) enforces once-per-day rule for legacy standalone sessions.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Fast Lookup Indexes: users.username (unique), students.student_id (unique), attendance.timestamp (descending).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Sequence Counter Collection: counters stores atomic sequence generators, guaranteeing backward-compatible integer IDs for all REST endpoints.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Audit &amp; Notifications: audit_logs and notifications collections maintain complete traceability of system operations.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DRISHTI AI V2.1 — B.TECH MINOR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7. Face Enrollment &amp; Recognition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Multi-Angle Biometric Enrollment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Step 1: Admin registers student ID, Name, Department, Semester.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Step 2: Camera opens multi-angle capture guide (Front, Left, Right, Up, Down).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Step 3: Laplacian variance filter measures image sharpness (&gt; 100 threshold).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Step 4: Computes 128-D facial vector for each valid angle.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Step 5: Pickles vector and stores as BSON Binary inside MongoDB face_embeddings.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Step 6: In-memory cache is invalidated and updated for immediate live recognition.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Real-Time Attendance Recognition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Step 1: Frame captured via OpenCV / Browser upload.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Step 2: Scaled down (50%) for fast HOG bounding box detection.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Step 3: 128-D vector extracted from localized face rectangle.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Step 4: Vector distances compared against cached class embeddings.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Step 5: Minimum Euclidean distance verified: dist &lt; 0.45 (Confidence = (1 - dist) * 100%).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Step 6: Attendance logged, duplicate check validated, and event pushed via WebSockets.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DRISHTI AI V2.1 — B.TECH MINOR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8. Attendance Rules Engine &amp; Duplicate Prevention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Duplicate Prevention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3-Tier Protection Hierarchy: Frontend UI cooldown -&gt; Memory tracker -&gt; Database unique index.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Tier 1 (Memory): 10-second student cooldown tracker prevents rapid spamming.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Tier 2 (Session Query): Checks existing record for (student_id, session_id).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Tier 3 (Database Constraint): Unique compound index throws DuplicateKeyError on collision, guaranteeing data integrity even under concurrency.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Zero Double-Counts: Verified via automated testing (Second mark returns 'Already marked today').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Dynamic Session Logic &amp; Lateness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Present vs. Late Thresholding: If check-in time &gt; (Session Start Time + late_threshold_minutes), status is automatically logged as 'Late'.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Automated Absentee Marking: When session ends (/api/sessions/&lt;id&gt;/stop), mark_absent_for_session() bulk-marks all enrolled active students not yet recorded as 'Absent'.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Faculty Override Auditing: Manual status adjustments require reason and faculty identity, permanently recorded in audit_logs.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Automated Sync: Updates attendance rates across dashboard analytics instantly.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DRISHTI AI V2.1 — B.TECH MINOR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9. Testing Methodology &amp; Verified Test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Test Suite Coverage (18 Verified Areas)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1. Application Startup &amp; RBAC Initialization: PASSED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2. MongoDB Atlas / Mock Schema &amp; Indexes: PASSED (8/8 unit tests)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3. SQLite to MongoDB Migration (15 tables): PASSED (100% record match)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4. Face Embedding Deserialization (128-D vector): PASSED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5. Real Face Recognition (dlib HOG inference): PASSED (1.88s duration)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6. Recognition Failure on Blank/No-Face: PASSED (Clean 200 message)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7. Duplicate-Attendance Prevention: PASSED ('Already marked today')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8. RBAC &amp; Brute-Force Lockout (5 attempts): PASSED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Performance &amp; Benchmark Metrics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Face Detection &amp; Recognition Latency: 1.88s (cold start) | 0.35s - 0.45s (warm cached).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Hosting Constraint Compliance: Well below the 10-second execution duration limit.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Memory Footprint: &lt; 450 MB RAM compute during active dlib processing (within 1,024 MB limit).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Database Migration Accuracy: 15/15 students, 5/5 attendance, 23/23 sessions, 53/53 audit logs verified.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Security Validation: CSRF token enforcement verified on all state-changing endpoints.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DRISHTI AI V2.1 — B.TECH MINOR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10. Deployment Strategy &amp; Hosting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Hosting Limit Analysis (Option A Evaluation)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Serverless Limits: 1,024 MB RAM, 10s execution duration, 1,000 API requests/month.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Constraint Conflict 1: Video streaming (15-30 fps) exhausts 1,000 requests in &lt; 2 minutes.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Constraint Conflict 2: Persistent WebSockets cannot run on 10s serverless lambda functions.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Constraint Conflict 3: dlib native C++ compilation exceeds typical serverless zip bundles.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Conclusion: Monolithic serverless hosting is inadequate for live video biometric streaming.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Recommended Split Architecture (Option B)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Frontend Tier: Deployed to Netlify / Vercel with automatic Git build, SSL, and custom subdomain.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Backend Tier: Containerized Python 3.14 runner (Docker / Render / Campus Server) handling persistent dlib inference and WebSockets.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Database Tier: MongoDB Atlas cloud cluster accessible globally via secure TLS connection string.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Webcam Decoupling: Browser WebRTC client captures frames and uploads throttled bursts (1 frame/1.5s) to /api/recognize_frame.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Resilience Guarantee: Dual-engine fallback ensures local demonstration even without active internet.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DRISHTI AI V2.1 — B.TECH MINOR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11. Conclusion, Future Enhancements &amp;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79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Project Outcomes &amp; Achievements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Fully Operational Platform: Working end-to-end face recognition attendance system.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Verified MongoDB Cloud Migration: All relational models and binary embeddings successfully preserved and tested.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Robust Security &amp; Auditing: Role-Based Access Control, brute-force protection, and audit logs.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Flexible Camera Support: Hardware DirectShow capture for local labs + Browser WebRTC for web users.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Viva &amp; Submission Ready: Complete test suite, editable presentation, demo script, and viva guide.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38BDF8"/>
                </a:solidFill>
              </a:defRPr>
            </a:pPr>
            <a:r>
              <a:t>Future Research Scope &amp; Q&amp;A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Infrared / Depth Camera Integration: True 3D depth-map anti-spoofing for mission-critical gates.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Edge AI Hardware Deployment: Porting dlib models to NVIDIA Jetson Orin Nano for distributed campus nodes.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Automated WhatsApp / Email Alerts: Push notifications to parents when attendance drops below 75%.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Multi-Face Crowd Attendance: Batch processing multiple student faces from wide-angle classroom cameras simultaneously.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 Open for Viva Questions &amp;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